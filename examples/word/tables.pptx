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a9d2c85155f24799" /><Relationship Type="http://schemas.openxmlformats.org/package/2006/relationships/metadata/core-properties" Target="/docProps/core.xml" Id="Rfdca6d903bfd4afd" /><Relationship Type="http://schemas.openxmlformats.org/officeDocument/2006/relationships/extended-properties" Target="/docProps/app.xml" Id="Rad1dc17831094d4f" /><Relationship Type="http://schemas.openxmlformats.org/officeDocument/2006/relationships/custom-properties" Target="/docProps/custom.xml" Id="Rf6b9fb258f7a41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1"/>
  </p:sldMasterIdLst>
  <p:sldIdLst/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38cf47115c49b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3269eb1e82487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e66ed4020a410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b26c34df5242c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5098244ed441e5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11b281002d11478a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OfficeCLI/1.0.102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2026-06-04T10:46:16Z</dcterms:created>
  <cp:lastModifiedBy>OfficeCLI</cp:lastModifiedBy>
  <dcterms:modified xsi:type="dcterms:W3CDTF">2026-06-04T10:46:16Z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1.0.102</vt:lpwstr>
  </op:property>
  <op:property fmtid="{D5CDD505-2E9C-101B-9397-08002B2CF9AE}" pid="3" name="OfficeCLI.LastModified">
    <vt:lpwstr xmlns:vt="http://schemas.openxmlformats.org/officeDocument/2006/docPropsVTypes">2026-06-04T10:46:16Z</vt:lpwstr>
  </op:property>
</op:Properties>
</file>