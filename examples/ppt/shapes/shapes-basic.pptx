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59daa6e432b49cc" /><Relationship Type="http://schemas.openxmlformats.org/package/2006/relationships/metadata/core-properties" Target="/docProps/core.xml" Id="Re399a1c5009b4a4b" /><Relationship Type="http://schemas.openxmlformats.org/officeDocument/2006/relationships/extended-properties" Target="/docProps/app.xml" Id="R9ec4146ca31d47b0" /><Relationship Type="http://schemas.openxmlformats.org/officeDocument/2006/relationships/custom-properties" Target="/docProps/custom.xml" Id="R767d4a41cc3043b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3572e8137584b56"/>
    <p:sldId id="257" r:id="Rf1e16d74012940ec"/>
    <p:sldId id="258" r:id="R02eef72cae2547de"/>
    <p:sldId id="259" r:id="R42ff2af1e79847a0"/>
    <p:sldId id="260" r:id="R8601c5a3f4e6436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3572e8137584b56" /><Relationship Type="http://schemas.openxmlformats.org/officeDocument/2006/relationships/slide" Target="/ppt/slides/slide2.xml" Id="Rf1e16d74012940ec" /><Relationship Type="http://schemas.openxmlformats.org/officeDocument/2006/relationships/slide" Target="/ppt/slides/slide3.xml" Id="R02eef72cae2547de" /><Relationship Type="http://schemas.openxmlformats.org/officeDocument/2006/relationships/slide" Target="/ppt/slides/slide4.xml" Id="R42ff2af1e79847a0" /><Relationship Type="http://schemas.openxmlformats.org/officeDocument/2006/relationships/slide" Target="/ppt/slides/slide5.xml" Id="R8601c5a3f4e6436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0358fc1d14c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6d7c9f35449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5e3e2817c42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3a222d9c948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411f4530e489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01735b07ed04e7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31db38ddf4f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f69dda862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4256d1aa347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e34277b2f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f64b448254a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Geometry Presets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457200" y="1371600"/>
            <a:ext cx="118872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rect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1874520" y="1371600"/>
            <a:ext cx="1188720" cy="1188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roundRect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3291840" y="1371600"/>
            <a:ext cx="1188720" cy="1188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ellipse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4709160" y="1371600"/>
            <a:ext cx="1188720" cy="11887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6126480" y="1371600"/>
            <a:ext cx="1188720" cy="11887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543800" y="1371600"/>
            <a:ext cx="1188720" cy="118872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parallelogram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8961120" y="1371600"/>
            <a:ext cx="1188720" cy="11887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rightArrow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10378440" y="1371600"/>
            <a:ext cx="1188720" cy="118872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star5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Fill Variations</a:t>
            </a:r>
          </a:p>
        </p:txBody>
      </p:sp>
      <p:sp>
        <p:nvSpPr>
          <p:cNvPr id="100010" name="TextBox 2"/>
          <p:cNvSpPr/>
          <p:nvPr/>
        </p:nvSpPr>
        <p:spPr>
          <a:xfrm xmlns:a="http://schemas.openxmlformats.org/drawingml/2006/main">
            <a:off x="457200" y="1188720"/>
            <a:ext cx="22860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fill=E63946</a:t>
            </a:r>
          </a:p>
        </p:txBody>
      </p:sp>
      <p:sp>
        <p:nvSpPr>
          <p:cNvPr id="100011" name="TextBox 3"/>
          <p:cNvSpPr/>
          <p:nvPr/>
        </p:nvSpPr>
        <p:spPr>
          <a:xfrm xmlns:a="http://schemas.openxmlformats.org/drawingml/2006/main">
            <a:off x="3017520" y="1188720"/>
            <a:ext cx="22860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fill=accent2</a:t>
            </a:r>
          </a:p>
        </p:txBody>
      </p:sp>
      <p:sp>
        <p:nvSpPr>
          <p:cNvPr id="100012" name="TextBox 4"/>
          <p:cNvSpPr/>
          <p:nvPr/>
        </p:nvSpPr>
        <p:spPr>
          <a:xfrm xmlns:a="http://schemas.openxmlformats.org/drawingml/2006/main">
            <a:off x="5577840" y="1188720"/>
            <a:ext cx="2286000" cy="1371600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rgbClr val="FF6B6B"/>
              </a:gs>
              <a:gs pos="100000">
                <a:srgbClr val="4ECDC4"/>
              </a:gs>
            </a:gsLst>
            <a:lin ang="27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gradient linear 45°</a:t>
            </a:r>
          </a:p>
        </p:txBody>
      </p:sp>
      <p:sp>
        <p:nvSpPr>
          <p:cNvPr id="100013" name="TextBox 5"/>
          <p:cNvSpPr/>
          <p:nvPr/>
        </p:nvSpPr>
        <p:spPr>
          <a:xfrm xmlns:a="http://schemas.openxmlformats.org/drawingml/2006/main">
            <a:off x="8138160" y="1188720"/>
            <a:ext cx="2286000" cy="1371600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rgbClr val="FFE66D"/>
              </a:gs>
              <a:gs pos="100000">
                <a:srgbClr val="FF6B35"/>
              </a:gs>
            </a:gsLst>
            <a:path path="circle">
              <a:fillToRect l="50000" t="50000" r="50000" b="50000"/>
            </a:path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00000"/>
                </a:solidFill>
              </a:rPr>
              <a:t>gradient radial</a:t>
            </a:r>
          </a:p>
        </p:txBody>
      </p:sp>
      <p:sp>
        <p:nvSpPr>
          <p:cNvPr id="100014" name="TextBox 6"/>
          <p:cNvSpPr/>
          <p:nvPr/>
        </p:nvSpPr>
        <p:spPr>
          <a:xfrm xmlns:a="http://schemas.openxmlformats.org/drawingml/2006/main">
            <a:off x="457200" y="2834640"/>
            <a:ext cx="2286000" cy="1371600"/>
          </a:xfrm>
          <a:prstGeom xmlns:a="http://schemas.openxmlformats.org/drawingml/2006/main" prst="roundRect">
            <a:avLst/>
          </a:prstGeom>
          <a:pattFill xmlns:a="http://schemas.openxmlformats.org/drawingml/2006/main" prst="diagBrick">
            <a:fgClr>
              <a:srgbClr val="1D3557"/>
            </a:fgClr>
            <a:bgClr>
              <a:srgbClr val="F1FAEE"/>
            </a:bgClr>
          </a:patt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pattern diagBrick</a:t>
            </a:r>
          </a:p>
        </p:txBody>
      </p:sp>
      <p:sp>
        <p:nvSpPr>
          <p:cNvPr id="100015" name="TextBox 7"/>
          <p:cNvSpPr/>
          <p:nvPr/>
        </p:nvSpPr>
        <p:spPr>
          <a:xfrm xmlns:a="http://schemas.openxmlformats.org/drawingml/2006/main">
            <a:off x="3017520" y="2834640"/>
            <a:ext cx="228600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9D8F">
              <a:alpha val="40000"/>
            </a:srgbClr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000000"/>
                </a:solidFill>
              </a:rPr>
              <a:t>fill + opacity=0.4</a:t>
            </a:r>
          </a:p>
        </p:txBody>
      </p:sp>
      <p:sp>
        <p:nvSpPr>
          <p:cNvPr id="100016" name="TextBox 8"/>
          <p:cNvSpPr/>
          <p:nvPr/>
        </p:nvSpPr>
        <p:spPr>
          <a:xfrm xmlns:a="http://schemas.openxmlformats.org/drawingml/2006/main">
            <a:off x="5577840" y="2834640"/>
            <a:ext cx="2286000" cy="13716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646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264653"/>
                </a:solidFill>
              </a:rPr>
              <a:t>fill=none + outline</a:t>
            </a:r>
          </a:p>
        </p:txBody>
      </p:sp>
      <p:sp>
        <p:nvSpPr>
          <p:cNvPr id="100017" name="TextBox 9"/>
          <p:cNvSpPr/>
          <p:nvPr/>
        </p:nvSpPr>
        <p:spPr>
          <a:xfrm xmlns:a="http://schemas.openxmlformats.org/drawingml/2006/main">
            <a:off x="8138160" y="2834640"/>
            <a:ext cx="2286000" cy="1371600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rgbClr val="FF0000"/>
              </a:gs>
              <a:gs pos="40000">
                <a:srgbClr val="FFD700"/>
              </a:gs>
              <a:gs pos="100000">
                <a:srgbClr val="0000FF"/>
              </a:gs>
            </a:gsLst>
            <a:lin ang="540000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gradient per-stop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Outline Styling</a:t>
            </a:r>
          </a:p>
        </p:txBody>
      </p:sp>
      <p:sp>
        <p:nvSpPr>
          <p:cNvPr id="100019" name="TextBox 2"/>
          <p:cNvSpPr/>
          <p:nvPr/>
        </p:nvSpPr>
        <p:spPr>
          <a:xfrm xmlns:a="http://schemas.openxmlformats.org/drawingml/2006/main">
            <a:off x="457200" y="118872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9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line="E63946:3:solid"</a:t>
            </a:r>
          </a:p>
        </p:txBody>
      </p:sp>
      <p:sp>
        <p:nvSpPr>
          <p:cNvPr id="100020" name="TextBox 3"/>
          <p:cNvSpPr/>
          <p:nvPr/>
        </p:nvSpPr>
        <p:spPr>
          <a:xfrm xmlns:a="http://schemas.openxmlformats.org/drawingml/2006/main">
            <a:off x="3657600" y="118872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line="1D3557:2:dash"</a:t>
            </a:r>
          </a:p>
        </p:txBody>
      </p:sp>
      <p:sp>
        <p:nvSpPr>
          <p:cNvPr id="100021" name="TextBox 4"/>
          <p:cNvSpPr/>
          <p:nvPr/>
        </p:nvSpPr>
        <p:spPr>
          <a:xfrm xmlns:a="http://schemas.openxmlformats.org/drawingml/2006/main">
            <a:off x="6858000" y="118872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2A9D8F"/>
            </a:solidFill>
            <a:prstDash val="dash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line="2A9D8F:2.5:dashDot"</a:t>
            </a:r>
          </a:p>
        </p:txBody>
      </p:sp>
      <p:sp>
        <p:nvSpPr>
          <p:cNvPr id="100022" name="TextBox 5"/>
          <p:cNvSpPr/>
          <p:nvPr/>
        </p:nvSpPr>
        <p:spPr>
          <a:xfrm xmlns:a="http://schemas.openxmlformats.org/drawingml/2006/main">
            <a:off x="457200" y="2651760"/>
            <a:ext cx="274320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6D"/>
          </a:solidFill>
          <a:ln xmlns:a="http://schemas.openxmlformats.org/drawingml/2006/main" w="50800">
            <a:solidFill>
              <a:srgbClr val="E6394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separate lineColor/lineWidth/lineDash</a:t>
            </a:r>
          </a:p>
        </p:txBody>
      </p:sp>
      <p:sp>
        <p:nvSpPr>
          <p:cNvPr id="100023" name="TextBox 6"/>
          <p:cNvSpPr/>
          <p:nvPr/>
        </p:nvSpPr>
        <p:spPr>
          <a:xfrm xmlns:a="http://schemas.openxmlformats.org/drawingml/2006/main">
            <a:off x="3657600" y="2651760"/>
            <a:ext cx="274320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76200" cmpd="dbl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cmpd=dbl (double stroke)</a:t>
            </a:r>
          </a:p>
        </p:txBody>
      </p:sp>
      <p:sp>
        <p:nvSpPr>
          <p:cNvPr id="100024" name="TextBox 7"/>
          <p:cNvSpPr/>
          <p:nvPr/>
        </p:nvSpPr>
        <p:spPr>
          <a:xfrm xmlns:a="http://schemas.openxmlformats.org/drawingml/2006/main">
            <a:off x="6858000" y="2651760"/>
            <a:ext cx="274320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01600" cmpd="tri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/>
              <a:t>cmpd=tri (triple stroke)</a:t>
            </a:r>
          </a:p>
        </p:txBody>
      </p:sp>
      <p:sp>
        <p:nvSpPr>
          <p:cNvPr id="100025" name="TextBox 8"/>
          <p:cNvSpPr txBox="1"/>
          <p:nvPr/>
        </p:nvSpPr>
        <p:spPr>
          <a:xfrm xmlns:a="http://schemas.openxmlformats.org/drawingml/2006/main">
            <a:off x="457200" y="429768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 / tailEnd work on any outline (not just connectors):</a:t>
            </a:r>
          </a:p>
        </p:txBody>
      </p:sp>
      <p:sp>
        <p:nvSpPr>
          <p:cNvPr id="100026" name="TextBox 9"/>
          <p:cNvSpPr/>
          <p:nvPr/>
        </p:nvSpPr>
        <p:spPr>
          <a:xfrm xmlns:a="http://schemas.openxmlformats.org/drawingml/2006/main">
            <a:off x="457200" y="475488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0000"/>
            </a:solidFill>
            <a:headEnd type="triangle"/>
            <a:tailEnd type="arrow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TextBox 10"/>
          <p:cNvSpPr/>
          <p:nvPr/>
        </p:nvSpPr>
        <p:spPr>
          <a:xfrm xmlns:a="http://schemas.openxmlformats.org/drawingml/2006/main">
            <a:off x="4572000" y="475488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0000"/>
            </a:solidFill>
            <a:headEnd type="diamond"/>
            <a:tailEnd type="oval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Rotation + Effects</a:t>
            </a:r>
          </a:p>
        </p:txBody>
      </p:sp>
      <p:sp>
        <p:nvSpPr>
          <p:cNvPr id="100029" name="TextBox 2"/>
          <p:cNvSpPr/>
          <p:nvPr/>
        </p:nvSpPr>
        <p:spPr>
          <a:xfrm xmlns:a="http://schemas.openxmlformats.org/drawingml/2006/main" rot="0">
            <a:off x="45720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0°</a:t>
            </a:r>
          </a:p>
        </p:txBody>
      </p:sp>
      <p:sp>
        <p:nvSpPr>
          <p:cNvPr id="100030" name="TextBox 3"/>
          <p:cNvSpPr/>
          <p:nvPr/>
        </p:nvSpPr>
        <p:spPr>
          <a:xfrm xmlns:a="http://schemas.openxmlformats.org/drawingml/2006/main" rot="1800000">
            <a:off x="187452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30°</a:t>
            </a:r>
          </a:p>
        </p:txBody>
      </p:sp>
      <p:sp>
        <p:nvSpPr>
          <p:cNvPr id="100031" name="TextBox 4"/>
          <p:cNvSpPr/>
          <p:nvPr/>
        </p:nvSpPr>
        <p:spPr>
          <a:xfrm xmlns:a="http://schemas.openxmlformats.org/drawingml/2006/main" rot="3600000">
            <a:off x="329184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60°</a:t>
            </a:r>
          </a:p>
        </p:txBody>
      </p:sp>
      <p:sp>
        <p:nvSpPr>
          <p:cNvPr id="100032" name="TextBox 5"/>
          <p:cNvSpPr/>
          <p:nvPr/>
        </p:nvSpPr>
        <p:spPr>
          <a:xfrm xmlns:a="http://schemas.openxmlformats.org/drawingml/2006/main" rot="5400000">
            <a:off x="470916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90°</a:t>
            </a:r>
          </a:p>
        </p:txBody>
      </p:sp>
      <p:sp>
        <p:nvSpPr>
          <p:cNvPr id="100033" name="TextBox 6"/>
          <p:cNvSpPr/>
          <p:nvPr/>
        </p:nvSpPr>
        <p:spPr>
          <a:xfrm xmlns:a="http://schemas.openxmlformats.org/drawingml/2006/main" rot="8100000">
            <a:off x="612648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135°</a:t>
            </a:r>
          </a:p>
        </p:txBody>
      </p:sp>
      <p:sp>
        <p:nvSpPr>
          <p:cNvPr id="100034" name="TextBox 7"/>
          <p:cNvSpPr/>
          <p:nvPr/>
        </p:nvSpPr>
        <p:spPr>
          <a:xfrm xmlns:a="http://schemas.openxmlformats.org/drawingml/2006/main" rot="10800000">
            <a:off x="754380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180°</a:t>
            </a:r>
          </a:p>
        </p:txBody>
      </p:sp>
      <p:sp>
        <p:nvSpPr>
          <p:cNvPr id="100035" name="TextBox 8"/>
          <p:cNvSpPr/>
          <p:nvPr/>
        </p:nvSpPr>
        <p:spPr>
          <a:xfrm xmlns:a="http://schemas.openxmlformats.org/drawingml/2006/main" rot="13500000">
            <a:off x="896112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225°</a:t>
            </a:r>
          </a:p>
        </p:txBody>
      </p:sp>
      <p:sp>
        <p:nvSpPr>
          <p:cNvPr id="100036" name="TextBox 9"/>
          <p:cNvSpPr/>
          <p:nvPr/>
        </p:nvSpPr>
        <p:spPr>
          <a:xfrm xmlns:a="http://schemas.openxmlformats.org/drawingml/2006/main" rot="16200000">
            <a:off x="10378440" y="1188720"/>
            <a:ext cx="1280160" cy="7315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270°</a:t>
            </a:r>
          </a:p>
        </p:txBody>
      </p:sp>
      <p:sp>
        <p:nvSpPr>
          <p:cNvPr id="100037" name="TextBox 10"/>
          <p:cNvSpPr/>
          <p:nvPr/>
        </p:nvSpPr>
        <p:spPr>
          <a:xfrm xmlns:a="http://schemas.openxmlformats.org/drawingml/2006/main">
            <a:off x="914400" y="2743200"/>
            <a:ext cx="320040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  <a:effectLst xmlns:a="http://schemas.openxmlformats.org/drawingml/2006/main"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shadow=000000</a:t>
            </a:r>
          </a:p>
        </p:txBody>
      </p:sp>
      <p:sp>
        <p:nvSpPr>
          <p:cNvPr id="100038" name="TextBox 11"/>
          <p:cNvSpPr/>
          <p:nvPr/>
        </p:nvSpPr>
        <p:spPr>
          <a:xfrm xmlns:a="http://schemas.openxmlformats.org/drawingml/2006/main">
            <a:off x="5029200" y="2743200"/>
            <a:ext cx="320040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9D8F"/>
          </a:solidFill>
          <a:effectLst xmlns:a="http://schemas.openxmlformats.org/drawingml/2006/main">
            <a:glow rad="101600">
              <a:srgbClr val="FFD700">
                <a:alpha val="75000"/>
              </a:srgbClr>
            </a:glo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glow=FFD700</a:t>
            </a:r>
          </a:p>
        </p:txBody>
      </p:sp>
      <p:sp>
        <p:nvSpPr>
          <p:cNvPr id="100039" name="TextBox 12"/>
          <p:cNvSpPr/>
          <p:nvPr/>
        </p:nvSpPr>
        <p:spPr>
          <a:xfrm xmlns:a="http://schemas.openxmlformats.org/drawingml/2006/main">
            <a:off x="9144000" y="2743200"/>
            <a:ext cx="274320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effectLst xmlns:a="http://schemas.openxmlformats.org/drawingml/2006/main">
            <a:reflection blurRad="6350" stA="52000" stPos="0" endA="300" endPos="55000" dist="0" dir="5400000" sy="-100000" algn="bl" rotWithShape="0"/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0000"/>
                </a:solidFill>
              </a:rPr>
              <a:t>reflection=tight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4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Stroke Geometry — lineCap / lineJoin / lineAlign</a:t>
            </a:r>
          </a:p>
        </p:txBody>
      </p:sp>
      <p:sp>
        <p:nvSpPr>
          <p:cNvPr id="100041" name="TextBox 2"/>
          <p:cNvSpPr/>
          <p:nvPr/>
        </p:nvSpPr>
        <p:spPr>
          <a:xfrm xmlns:a="http://schemas.openxmlformats.org/drawingml/2006/main">
            <a:off x="457200" y="137160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 cap="flat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TextBox 3"/>
          <p:cNvSpPr txBox="1"/>
          <p:nvPr/>
        </p:nvSpPr>
        <p:spPr>
          <a:xfrm xmlns:a="http://schemas.openxmlformats.org/drawingml/2006/main">
            <a:off x="457200" y="16459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lineCap=flat</a:t>
            </a:r>
          </a:p>
        </p:txBody>
      </p:sp>
      <p:sp>
        <p:nvSpPr>
          <p:cNvPr id="100043" name="TextBox 4"/>
          <p:cNvSpPr/>
          <p:nvPr/>
        </p:nvSpPr>
        <p:spPr>
          <a:xfrm xmlns:a="http://schemas.openxmlformats.org/drawingml/2006/main">
            <a:off x="4389120" y="137160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 cap="rnd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5"/>
          <p:cNvSpPr txBox="1"/>
          <p:nvPr/>
        </p:nvSpPr>
        <p:spPr>
          <a:xfrm xmlns:a="http://schemas.openxmlformats.org/drawingml/2006/main">
            <a:off x="4389120" y="16459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lineCap=round</a:t>
            </a:r>
          </a:p>
        </p:txBody>
      </p:sp>
      <p:sp>
        <p:nvSpPr>
          <p:cNvPr id="100045" name="TextBox 6"/>
          <p:cNvSpPr/>
          <p:nvPr/>
        </p:nvSpPr>
        <p:spPr>
          <a:xfrm xmlns:a="http://schemas.openxmlformats.org/drawingml/2006/main">
            <a:off x="8321040" y="1371600"/>
            <a:ext cx="3657600" cy="45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0" cap="sq">
            <a:solidFill>
              <a:srgbClr val="1D355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TextBox 7"/>
          <p:cNvSpPr txBox="1"/>
          <p:nvPr/>
        </p:nvSpPr>
        <p:spPr>
          <a:xfrm xmlns:a="http://schemas.openxmlformats.org/drawingml/2006/main">
            <a:off x="8321040" y="16459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lineCap=square</a:t>
            </a:r>
          </a:p>
        </p:txBody>
      </p:sp>
      <p:sp>
        <p:nvSpPr>
          <p:cNvPr id="100047" name="TextBox 8"/>
          <p:cNvSpPr/>
          <p:nvPr/>
        </p:nvSpPr>
        <p:spPr>
          <a:xfrm xmlns:a="http://schemas.openxmlformats.org/drawingml/2006/main">
            <a:off x="457200" y="2560320"/>
            <a:ext cx="2286000" cy="1828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52400">
            <a:solidFill>
              <a:srgbClr val="E63946"/>
            </a:solidFill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TextBox 9"/>
          <p:cNvSpPr txBox="1"/>
          <p:nvPr/>
        </p:nvSpPr>
        <p:spPr>
          <a:xfrm xmlns:a="http://schemas.openxmlformats.org/drawingml/2006/main">
            <a:off x="4572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lineJoin=round</a:t>
            </a:r>
          </a:p>
        </p:txBody>
      </p:sp>
      <p:sp>
        <p:nvSpPr>
          <p:cNvPr id="100049" name="TextBox 10"/>
          <p:cNvSpPr/>
          <p:nvPr/>
        </p:nvSpPr>
        <p:spPr>
          <a:xfrm xmlns:a="http://schemas.openxmlformats.org/drawingml/2006/main">
            <a:off x="3200400" y="2560320"/>
            <a:ext cx="2286000" cy="1828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52400">
            <a:solidFill>
              <a:srgbClr val="E63946"/>
            </a:solidFill>
            <a:beve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TextBox 11"/>
          <p:cNvSpPr txBox="1"/>
          <p:nvPr/>
        </p:nvSpPr>
        <p:spPr>
          <a:xfrm xmlns:a="http://schemas.openxmlformats.org/drawingml/2006/main">
            <a:off x="32004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lineJoin=bevel</a:t>
            </a:r>
          </a:p>
        </p:txBody>
      </p:sp>
      <p:sp>
        <p:nvSpPr>
          <p:cNvPr id="100051" name="TextBox 12"/>
          <p:cNvSpPr/>
          <p:nvPr/>
        </p:nvSpPr>
        <p:spPr>
          <a:xfrm xmlns:a="http://schemas.openxmlformats.org/drawingml/2006/main">
            <a:off x="5943600" y="2560320"/>
            <a:ext cx="2286000" cy="18288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52400">
            <a:solidFill>
              <a:srgbClr val="E63946"/>
            </a:solidFill>
            <a:miter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TextBox 13"/>
          <p:cNvSpPr txBox="1"/>
          <p:nvPr/>
        </p:nvSpPr>
        <p:spPr>
          <a:xfrm xmlns:a="http://schemas.openxmlformats.org/drawingml/2006/main">
            <a:off x="59436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lineJoin=miter</a:t>
            </a:r>
          </a:p>
        </p:txBody>
      </p:sp>
      <p:sp>
        <p:nvSpPr>
          <p:cNvPr id="100053" name="TextBox 14"/>
          <p:cNvSpPr/>
          <p:nvPr/>
        </p:nvSpPr>
        <p:spPr>
          <a:xfrm xmlns:a="http://schemas.openxmlformats.org/drawingml/2006/main">
            <a:off x="457200" y="5029200"/>
            <a:ext cx="2286000" cy="164592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101600">
            <a:solidFill>
              <a:srgbClr val="E63946"/>
            </a:solidFill>
            <a:miter lim="800000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TextBox 15"/>
          <p:cNvSpPr txBox="1"/>
          <p:nvPr/>
        </p:nvSpPr>
        <p:spPr>
          <a:xfrm xmlns:a="http://schemas.openxmlformats.org/drawingml/2006/main">
            <a:off x="457200" y="676656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lineJoin="miter:800000"  (limit 800%)</a:t>
            </a:r>
          </a:p>
        </p:txBody>
      </p:sp>
      <p:sp>
        <p:nvSpPr>
          <p:cNvPr id="100055" name="TextBox 16"/>
          <p:cNvSpPr/>
          <p:nvPr/>
        </p:nvSpPr>
        <p:spPr>
          <a:xfrm xmlns:a="http://schemas.openxmlformats.org/drawingml/2006/main">
            <a:off x="8229600" y="2560320"/>
            <a:ext cx="1828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52400" algn="ctr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6" name="TextBox 17"/>
          <p:cNvSpPr txBox="1"/>
          <p:nvPr/>
        </p:nvSpPr>
        <p:spPr>
          <a:xfrm xmlns:a="http://schemas.openxmlformats.org/drawingml/2006/main">
            <a:off x="82296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lineAlign=ctr</a:t>
            </a:r>
          </a:p>
        </p:txBody>
      </p:sp>
      <p:sp>
        <p:nvSpPr>
          <p:cNvPr id="100057" name="TextBox 18"/>
          <p:cNvSpPr/>
          <p:nvPr/>
        </p:nvSpPr>
        <p:spPr>
          <a:xfrm xmlns:a="http://schemas.openxmlformats.org/drawingml/2006/main">
            <a:off x="10515600" y="2560320"/>
            <a:ext cx="1828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52400" algn="in">
            <a:solidFill>
              <a:srgbClr val="1D355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19"/>
          <p:cNvSpPr txBox="1"/>
          <p:nvPr/>
        </p:nvSpPr>
        <p:spPr>
          <a:xfrm xmlns:a="http://schemas.openxmlformats.org/drawingml/2006/main">
            <a:off x="10515600" y="4480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lineAlign=in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2026-06-04T10:43:01Z</dcterms:created>
  <cp:lastModifiedBy>OfficeCLI</cp:lastModifiedBy>
  <dcterms:modified xsi:type="dcterms:W3CDTF">2026-06-04T10:43:01Z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2026-06-04T10:43:12Z</vt:lpwstr>
  </op:property>
</op:Properties>
</file>