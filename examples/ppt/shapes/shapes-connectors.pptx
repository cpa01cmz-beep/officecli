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17fadd61b6345b5" /><Relationship Type="http://schemas.openxmlformats.org/package/2006/relationships/metadata/core-properties" Target="/docProps/core.xml" Id="R4ac2dba30d8643c9" /><Relationship Type="http://schemas.openxmlformats.org/officeDocument/2006/relationships/extended-properties" Target="/docProps/app.xml" Id="R2b916d2e58d44178" /><Relationship Type="http://schemas.openxmlformats.org/officeDocument/2006/relationships/custom-properties" Target="/docProps/custom.xml" Id="R012e94f3f0224ca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d1328cca1684ee3"/>
    <p:sldId id="257" r:id="R34e5d534818c4fae"/>
    <p:sldId id="258" r:id="Rbe90c0d482dc4cbd"/>
    <p:sldId id="259" r:id="Rb197c6c3088d411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d1328cca1684ee3" /><Relationship Type="http://schemas.openxmlformats.org/officeDocument/2006/relationships/slide" Target="/ppt/slides/slide2.xml" Id="R34e5d534818c4fae" /><Relationship Type="http://schemas.openxmlformats.org/officeDocument/2006/relationships/slide" Target="/ppt/slides/slide3.xml" Id="Rbe90c0d482dc4cbd" /><Relationship Type="http://schemas.openxmlformats.org/officeDocument/2006/relationships/slide" Target="/ppt/slides/slide4.xml" Id="Rb197c6c3088d411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f498ed7f044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17905def245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e5acbe3bc45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4fe7318774e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50c80e5374e9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9238b87e2db4ec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5ee5a92aa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3c2ca5a9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891cee5f549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3b4e5ca4647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Connector Presets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4572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41148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03" name="Connector 1"/>
          <p:cNvCxnSpPr>
            <a:stCxn xmlns:a="http://schemas.openxmlformats.org/drawingml/2006/main" id="100001" idx="0"/>
            <a:endCxn xmlns:a="http://schemas.openxmlformats.org/drawingml/2006/main" id="100002" idx="0"/>
          </p:cNvCxnSpPr>
          <p:nvPr/>
        </p:nvCxnSpPr>
        <p:spPr>
          <a:xfrm xmlns:a="http://schemas.openxmlformats.org/drawingml/2006/main">
            <a:off x="1371600" y="192024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4572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straight (default)</a:t>
            </a:r>
          </a:p>
        </p:txBody>
      </p:sp>
      <p:sp>
        <p:nvSpPr>
          <p:cNvPr id="100005" name="TextBox 5"/>
          <p:cNvSpPr/>
          <p:nvPr/>
        </p:nvSpPr>
        <p:spPr>
          <a:xfrm xmlns:a="http://schemas.openxmlformats.org/drawingml/2006/main">
            <a:off x="457200" y="329184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06" name="TextBox 6"/>
          <p:cNvSpPr/>
          <p:nvPr/>
        </p:nvSpPr>
        <p:spPr>
          <a:xfrm xmlns:a="http://schemas.openxmlformats.org/drawingml/2006/main">
            <a:off x="4114800" y="45720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07" name="Connector 2"/>
          <p:cNvCxnSpPr>
            <a:stCxn xmlns:a="http://schemas.openxmlformats.org/drawingml/2006/main" id="100005" idx="0"/>
            <a:endCxn xmlns:a="http://schemas.openxmlformats.org/drawingml/2006/main" id="100006" idx="0"/>
          </p:cNvCxnSpPr>
          <p:nvPr/>
        </p:nvCxnSpPr>
        <p:spPr>
          <a:xfrm xmlns:a="http://schemas.openxmlformats.org/drawingml/2006/main">
            <a:off x="1371600" y="3840480"/>
            <a:ext cx="3657600" cy="12801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sp>
        <p:nvSpPr>
          <p:cNvPr id="100008" name="TextBox 7"/>
          <p:cNvSpPr txBox="1"/>
          <p:nvPr/>
        </p:nvSpPr>
        <p:spPr>
          <a:xfrm xmlns:a="http://schemas.openxmlformats.org/drawingml/2006/main">
            <a:off x="457200" y="57607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elbow (bent, 90° turns)</a:t>
            </a:r>
          </a:p>
        </p:txBody>
      </p:sp>
      <p:sp>
        <p:nvSpPr>
          <p:cNvPr id="100009" name="TextBox 8"/>
          <p:cNvSpPr/>
          <p:nvPr/>
        </p:nvSpPr>
        <p:spPr>
          <a:xfrm xmlns:a="http://schemas.openxmlformats.org/drawingml/2006/main">
            <a:off x="73152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10" name="TextBox 9"/>
          <p:cNvSpPr/>
          <p:nvPr/>
        </p:nvSpPr>
        <p:spPr>
          <a:xfrm xmlns:a="http://schemas.openxmlformats.org/drawingml/2006/main">
            <a:off x="10515600" y="41148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11" name="Connector 3"/>
          <p:cNvCxnSpPr>
            <a:stCxn xmlns:a="http://schemas.openxmlformats.org/drawingml/2006/main" id="100009" idx="0"/>
            <a:endCxn xmlns:a="http://schemas.openxmlformats.org/drawingml/2006/main" id="100010" idx="0"/>
          </p:cNvCxnSpPr>
          <p:nvPr/>
        </p:nvCxnSpPr>
        <p:spPr>
          <a:xfrm xmlns:a="http://schemas.openxmlformats.org/drawingml/2006/main">
            <a:off x="8229600" y="1920240"/>
            <a:ext cx="3200400" cy="2743200"/>
          </a:xfrm>
          <a:prstGeom xmlns:a="http://schemas.openxmlformats.org/drawingml/2006/main" prst="curvedConnector3">
            <a:avLst/>
          </a:prstGeom>
          <a:ln xmlns:a="http://schemas.openxmlformats.org/drawingml/2006/main" w="38100">
            <a:solidFill>
              <a:srgbClr val="2A9D8F"/>
            </a:solidFill>
            <a:tailEnd type="arrow"/>
          </a:ln>
        </p:spPr>
      </p:cxnSp>
      <p:sp>
        <p:nvSpPr>
          <p:cNvPr id="100012" name="TextBox 10"/>
          <p:cNvSpPr txBox="1"/>
          <p:nvPr/>
        </p:nvSpPr>
        <p:spPr>
          <a:xfrm xmlns:a="http://schemas.openxmlformats.org/drawingml/2006/main">
            <a:off x="6858000" y="548640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curve (smooth Bezier)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Flowchart with Attached Connectors</a:t>
            </a:r>
          </a:p>
        </p:txBody>
      </p:sp>
      <p:sp>
        <p:nvSpPr>
          <p:cNvPr id="100014" name="TextBox 2"/>
          <p:cNvSpPr/>
          <p:nvPr/>
        </p:nvSpPr>
        <p:spPr>
          <a:xfrm xmlns:a="http://schemas.openxmlformats.org/drawingml/2006/main">
            <a:off x="731520" y="2286000"/>
            <a:ext cx="201168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0015" name="TextBox 3"/>
          <p:cNvSpPr/>
          <p:nvPr/>
        </p:nvSpPr>
        <p:spPr>
          <a:xfrm xmlns:a="http://schemas.openxmlformats.org/drawingml/2006/main">
            <a:off x="4114800" y="2103120"/>
            <a:ext cx="2560320" cy="14630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Valid?</a:t>
            </a:r>
          </a:p>
        </p:txBody>
      </p:sp>
      <p:sp>
        <p:nvSpPr>
          <p:cNvPr id="100016" name="TextBox 4"/>
          <p:cNvSpPr/>
          <p:nvPr/>
        </p:nvSpPr>
        <p:spPr>
          <a:xfrm xmlns:a="http://schemas.openxmlformats.org/drawingml/2006/main">
            <a:off x="8229600" y="2286000"/>
            <a:ext cx="201168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0017" name="TextBox 5"/>
          <p:cNvSpPr/>
          <p:nvPr/>
        </p:nvSpPr>
        <p:spPr>
          <a:xfrm xmlns:a="http://schemas.openxmlformats.org/drawingml/2006/main">
            <a:off x="4297680" y="4572000"/>
            <a:ext cx="2194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100018" name="Connector 1"/>
          <p:cNvCxnSpPr>
            <a:stCxn xmlns:a="http://schemas.openxmlformats.org/drawingml/2006/main" id="100014" idx="0"/>
            <a:endCxn xmlns:a="http://schemas.openxmlformats.org/drawingml/2006/main" id="100015" idx="0"/>
          </p:cNvCxnSpPr>
          <p:nvPr/>
        </p:nvCxnSpPr>
        <p:spPr>
          <a:xfrm xmlns:a="http://schemas.openxmlformats.org/drawingml/2006/main">
            <a:off x="1737360" y="283464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cxnSp>
        <p:nvCxnSpPr>
          <p:cNvPr id="100019" name="Connector 2"/>
          <p:cNvCxnSpPr>
            <a:stCxn xmlns:a="http://schemas.openxmlformats.org/drawingml/2006/main" id="100015" idx="0"/>
            <a:endCxn xmlns:a="http://schemas.openxmlformats.org/drawingml/2006/main" id="100016" idx="0"/>
          </p:cNvCxnSpPr>
          <p:nvPr/>
        </p:nvCxnSpPr>
        <p:spPr>
          <a:xfrm xmlns:a="http://schemas.openxmlformats.org/drawingml/2006/main">
            <a:off x="5394960" y="2834640"/>
            <a:ext cx="38404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cxnSp>
        <p:nvCxnSpPr>
          <p:cNvPr id="100020" name="Connector 3"/>
          <p:cNvCxnSpPr>
            <a:stCxn xmlns:a="http://schemas.openxmlformats.org/drawingml/2006/main" id="100015" idx="0"/>
            <a:endCxn xmlns:a="http://schemas.openxmlformats.org/drawingml/2006/main" id="100017" idx="0"/>
          </p:cNvCxnSpPr>
          <p:nvPr/>
        </p:nvCxnSpPr>
        <p:spPr>
          <a:xfrm xmlns:a="http://schemas.openxmlformats.org/drawingml/2006/main">
            <a:off x="5394960" y="2834640"/>
            <a:ext cx="0" cy="21945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E63946"/>
            </a:solidFill>
            <a:prstDash val="dash"/>
            <a:tailEnd type="triangle"/>
          </a:ln>
        </p:spPr>
      </p:cxnSp>
      <p:cxnSp>
        <p:nvCxnSpPr>
          <p:cNvPr id="100021" name="Connector 4"/>
          <p:cNvCxnSpPr>
            <a:stCxn xmlns:a="http://schemas.openxmlformats.org/drawingml/2006/main" id="100017" idx="0"/>
            <a:endCxn xmlns:a="http://schemas.openxmlformats.org/drawingml/2006/main" id="100014" idx="0"/>
          </p:cNvCxnSpPr>
          <p:nvPr/>
        </p:nvCxnSpPr>
        <p:spPr>
          <a:xfrm xmlns:a="http://schemas.openxmlformats.org/drawingml/2006/main" flipH="1" flipV="1">
            <a:off x="1737360" y="2834640"/>
            <a:ext cx="3657600" cy="21945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E63946"/>
            </a:solidFill>
            <a:prstDash val="dash"/>
            <a:tailEnd type="triangle"/>
          </a:ln>
        </p:spPr>
      </p:cxnSp>
      <p:sp>
        <p:nvSpPr>
          <p:cNvPr id="100022" name="TextBox 6"/>
          <p:cNvSpPr txBox="1"/>
          <p:nvPr/>
        </p:nvSpPr>
        <p:spPr>
          <a:xfrm xmlns:a="http://schemas.openxmlformats.org/drawingml/2006/main">
            <a:off x="6766560" y="2468880"/>
            <a:ext cx="11887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A9D8F"/>
                </a:solidFill>
              </a:rPr>
              <a:t>yes</a:t>
            </a:r>
          </a:p>
        </p:txBody>
      </p:sp>
      <p:sp>
        <p:nvSpPr>
          <p:cNvPr id="100023" name="TextBox 7"/>
          <p:cNvSpPr txBox="1"/>
          <p:nvPr/>
        </p:nvSpPr>
        <p:spPr>
          <a:xfrm xmlns:a="http://schemas.openxmlformats.org/drawingml/2006/main">
            <a:off x="5486400" y="3657600"/>
            <a:ext cx="11887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63946"/>
                </a:solidFill>
              </a:rPr>
              <a:t>no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Grouping Shapes</a:t>
            </a:r>
          </a:p>
        </p:txBody>
      </p:sp>
      <p:grpSp>
        <p:nvGrpSpPr>
          <p:cNvPr id="100028" name="Logo"/>
          <p:cNvGrpSpPr/>
          <p:nvPr/>
        </p:nvGrpSpPr>
        <p:grpSpPr>
          <a:xfrm xmlns:a="http://schemas.openxmlformats.org/drawingml/2006/main">
            <a:off x="1371600" y="1828800"/>
            <a:ext cx="2926080" cy="1280160"/>
            <a:chOff x="1371600" y="1828800"/>
            <a:chExt cx="2926080" cy="1280160"/>
          </a:xfrm>
        </p:grpSpPr>
        <p:sp>
          <p:nvSpPr>
            <p:cNvPr id="100025" name="TextBox 2"/>
            <p:cNvSpPr/>
            <p:nvPr/>
          </p:nvSpPr>
          <p:spPr>
            <a:xfrm xmlns:a="http://schemas.openxmlformats.org/drawingml/2006/main">
              <a:off x="137160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63946"/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0026" name="TextBox 3"/>
            <p:cNvSpPr/>
            <p:nvPr/>
          </p:nvSpPr>
          <p:spPr>
            <a:xfrm xmlns:a="http://schemas.openxmlformats.org/drawingml/2006/main">
              <a:off x="219456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A261">
                <a:alpha val="75000"/>
              </a:srgbClr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0027" name="TextBox 4"/>
            <p:cNvSpPr/>
            <p:nvPr/>
          </p:nvSpPr>
          <p:spPr>
            <a:xfrm xmlns:a="http://schemas.openxmlformats.org/drawingml/2006/main">
              <a:off x="301752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2A9D8F">
                <a:alpha val="75000"/>
              </a:srgbClr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</p:grp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457200" y="3657600"/>
            <a:ext cx="10972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Three ellipses grouped (shapes=/slide[3]/shape[@id=100025],/slide[3]/shape[@id=100026],/slide[3]/shape[@id=100027]).</a:t>
            </a:r>
          </a:p>
        </p:txBody>
      </p:sp>
      <p:sp>
        <p:nvSpPr>
          <p:cNvPr id="100030" name="TextBox 3"/>
          <p:cNvSpPr/>
          <p:nvPr/>
        </p:nvSpPr>
        <p:spPr>
          <a:xfrm xmlns:a="http://schemas.openxmlformats.org/drawingml/2006/main">
            <a:off x="73152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4"/>
          <p:cNvSpPr/>
          <p:nvPr/>
        </p:nvSpPr>
        <p:spPr>
          <a:xfrm xmlns:a="http://schemas.openxmlformats.org/drawingml/2006/main">
            <a:off x="86868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5"/>
          <p:cNvSpPr/>
          <p:nvPr/>
        </p:nvSpPr>
        <p:spPr>
          <a:xfrm xmlns:a="http://schemas.openxmlformats.org/drawingml/2006/main">
            <a:off x="100584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6"/>
          <p:cNvSpPr txBox="1"/>
          <p:nvPr/>
        </p:nvSpPr>
        <p:spPr>
          <a:xfrm xmlns:a="http://schemas.openxmlformats.org/drawingml/2006/main">
            <a:off x="6400800" y="3657600"/>
            <a:ext cx="5486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Three independent boxes (no group — each addressed separately).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headEnd / lineJoin / miterLimit on Connectors</a:t>
            </a:r>
          </a:p>
        </p:txBody>
      </p:sp>
      <p:sp>
        <p:nvSpPr>
          <p:cNvPr id="100035" name="TextBox 2"/>
          <p:cNvSpPr txBox="1"/>
          <p:nvPr/>
        </p:nvSpPr>
        <p:spPr>
          <a:xfrm xmlns:a="http://schemas.openxmlformats.org/drawingml/2006/main">
            <a:off x="457200" y="100584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/>
              <a:t>headEnd + tailEnd arrowhead combinations:</a:t>
            </a:r>
          </a:p>
        </p:txBody>
      </p:sp>
      <p:cxnSp>
        <p:nvCxnSpPr>
          <p:cNvPr id="100036" name="Connector 1"/>
          <p:cNvCxnSpPr/>
          <p:nvPr/>
        </p:nvCxnSpPr>
        <p:spPr>
          <a:xfrm xmlns:a="http://schemas.openxmlformats.org/drawingml/2006/main">
            <a:off x="457200" y="164592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triangle"/>
            <a:tailEnd type="oval"/>
          </a:ln>
        </p:spPr>
      </p:cxnSp>
      <p:sp>
        <p:nvSpPr>
          <p:cNvPr id="100037" name="TextBox 3"/>
          <p:cNvSpPr txBox="1"/>
          <p:nvPr/>
        </p:nvSpPr>
        <p:spPr>
          <a:xfrm xmlns:a="http://schemas.openxmlformats.org/drawingml/2006/main">
            <a:off x="5303520" y="16459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headEnd=triangle  tailEnd=oval</a:t>
            </a:r>
          </a:p>
        </p:txBody>
      </p:sp>
      <p:cxnSp>
        <p:nvCxnSpPr>
          <p:cNvPr id="100038" name="Connector 2"/>
          <p:cNvCxnSpPr/>
          <p:nvPr/>
        </p:nvCxnSpPr>
        <p:spPr>
          <a:xfrm xmlns:a="http://schemas.openxmlformats.org/drawingml/2006/main">
            <a:off x="457200" y="237744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diamond"/>
            <a:tailEnd type="arrow"/>
          </a:ln>
        </p:spPr>
      </p:cxnSp>
      <p:sp>
        <p:nvSpPr>
          <p:cNvPr id="100039" name="TextBox 4"/>
          <p:cNvSpPr txBox="1"/>
          <p:nvPr/>
        </p:nvSpPr>
        <p:spPr>
          <a:xfrm xmlns:a="http://schemas.openxmlformats.org/drawingml/2006/main">
            <a:off x="5303520" y="23774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headEnd=diamond  tailEnd=arrow</a:t>
            </a:r>
          </a:p>
        </p:txBody>
      </p:sp>
      <p:cxnSp>
        <p:nvCxnSpPr>
          <p:cNvPr id="100040" name="Connector 3"/>
          <p:cNvCxnSpPr/>
          <p:nvPr/>
        </p:nvCxnSpPr>
        <p:spPr>
          <a:xfrm xmlns:a="http://schemas.openxmlformats.org/drawingml/2006/main">
            <a:off x="457200" y="310896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arrow"/>
            <a:tailEnd type="arrow"/>
          </a:ln>
        </p:spPr>
      </p:cxnSp>
      <p:sp>
        <p:nvSpPr>
          <p:cNvPr id="100041" name="TextBox 5"/>
          <p:cNvSpPr txBox="1"/>
          <p:nvPr/>
        </p:nvSpPr>
        <p:spPr>
          <a:xfrm xmlns:a="http://schemas.openxmlformats.org/drawingml/2006/main">
            <a:off x="5303520" y="310896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headEnd=arrow  tailEnd=arrow</a:t>
            </a:r>
          </a:p>
        </p:txBody>
      </p:sp>
      <p:sp>
        <p:nvSpPr>
          <p:cNvPr id="100042" name="TextBox 6"/>
          <p:cNvSpPr txBox="1"/>
          <p:nvPr/>
        </p:nvSpPr>
        <p:spPr>
          <a:xfrm xmlns:a="http://schemas.openxmlformats.org/drawingml/2006/main">
            <a:off x="457200" y="420624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/>
              <a:t>lineJoin on elbow connectors:</a:t>
            </a:r>
          </a:p>
        </p:txBody>
      </p:sp>
      <p:sp>
        <p:nvSpPr>
          <p:cNvPr id="100043" name="TextBox 7"/>
          <p:cNvSpPr/>
          <p:nvPr/>
        </p:nvSpPr>
        <p:spPr>
          <a:xfrm xmlns:a="http://schemas.openxmlformats.org/drawingml/2006/main">
            <a:off x="457200" y="475488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8"/>
          <p:cNvSpPr/>
          <p:nvPr/>
        </p:nvSpPr>
        <p:spPr>
          <a:xfrm xmlns:a="http://schemas.openxmlformats.org/drawingml/2006/main">
            <a:off x="3657600" y="621792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100045" name="Connector 4"/>
          <p:cNvCxnSpPr/>
          <p:nvPr/>
        </p:nvCxnSpPr>
        <p:spPr>
          <a:xfrm xmlns:a="http://schemas.openxmlformats.org/drawingml/2006/main">
            <a:off x="457200" y="4754880"/>
            <a:ext cx="3657600" cy="1828800"/>
          </a:xfrm>
          <a:prstGeom xmlns:a="http://schemas.openxmlformats.org/drawingml/2006/main" prst="bentConnector3">
            <a:avLst/>
          </a:prstGeom>
          <a:ln xmlns:a="http://schemas.openxmlformats.org/drawingml/2006/main" w="50800">
            <a:solidFill>
              <a:srgbClr val="E63946"/>
            </a:solidFill>
            <a:round/>
          </a:ln>
        </p:spPr>
      </p:cxnSp>
      <p:sp>
        <p:nvSpPr>
          <p:cNvPr id="100046" name="TextBox 9"/>
          <p:cNvSpPr txBox="1"/>
          <p:nvPr/>
        </p:nvSpPr>
        <p:spPr>
          <a:xfrm xmlns:a="http://schemas.openxmlformats.org/drawingml/2006/main">
            <a:off x="457200" y="66751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lineJoin=round</a:t>
            </a:r>
          </a:p>
        </p:txBody>
      </p:sp>
      <p:cxnSp>
        <p:nvCxnSpPr>
          <p:cNvPr id="100047" name="Connector 5"/>
          <p:cNvCxnSpPr/>
          <p:nvPr/>
        </p:nvCxnSpPr>
        <p:spPr>
          <a:xfrm xmlns:a="http://schemas.openxmlformats.org/drawingml/2006/main">
            <a:off x="4572000" y="4754880"/>
            <a:ext cx="3657600" cy="1828800"/>
          </a:xfrm>
          <a:prstGeom xmlns:a="http://schemas.openxmlformats.org/drawingml/2006/main" prst="bentConnector3">
            <a:avLst/>
          </a:prstGeom>
          <a:ln xmlns:a="http://schemas.openxmlformats.org/drawingml/2006/main" w="50800">
            <a:solidFill>
              <a:srgbClr val="E63946"/>
            </a:solidFill>
            <a:bevel/>
          </a:ln>
        </p:spPr>
      </p:cxnSp>
      <p:sp>
        <p:nvSpPr>
          <p:cNvPr id="100048" name="TextBox 10"/>
          <p:cNvSpPr txBox="1"/>
          <p:nvPr/>
        </p:nvSpPr>
        <p:spPr>
          <a:xfrm xmlns:a="http://schemas.openxmlformats.org/drawingml/2006/main">
            <a:off x="4572000" y="66751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lineJoin=bevel</a:t>
            </a:r>
          </a:p>
        </p:txBody>
      </p:sp>
      <p:cxnSp>
        <p:nvCxnSpPr>
          <p:cNvPr id="100049" name="Connector 6"/>
          <p:cNvCxnSpPr/>
          <p:nvPr/>
        </p:nvCxnSpPr>
        <p:spPr>
          <a:xfrm xmlns:a="http://schemas.openxmlformats.org/drawingml/2006/main">
            <a:off x="8686800" y="4754880"/>
            <a:ext cx="3657600" cy="1828800"/>
          </a:xfrm>
          <a:prstGeom xmlns:a="http://schemas.openxmlformats.org/drawingml/2006/main" prst="bentConnector3">
            <a:avLst/>
          </a:prstGeom>
          <a:ln xmlns:a="http://schemas.openxmlformats.org/drawingml/2006/main" w="50800">
            <a:solidFill>
              <a:srgbClr val="E63946"/>
            </a:solidFill>
            <a:miter/>
          </a:ln>
        </p:spPr>
      </p:cxnSp>
      <p:sp>
        <p:nvSpPr>
          <p:cNvPr id="100050" name="TextBox 11"/>
          <p:cNvSpPr txBox="1"/>
          <p:nvPr/>
        </p:nvSpPr>
        <p:spPr>
          <a:xfrm xmlns:a="http://schemas.openxmlformats.org/drawingml/2006/main">
            <a:off x="8686800" y="66751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lineJoin=miter</a:t>
            </a:r>
          </a:p>
        </p:txBody>
      </p:sp>
      <p:cxnSp>
        <p:nvCxnSpPr>
          <p:cNvPr id="100051" name="Connector 7"/>
          <p:cNvCxnSpPr/>
          <p:nvPr/>
        </p:nvCxnSpPr>
        <p:spPr>
          <a:xfrm xmlns:a="http://schemas.openxmlformats.org/drawingml/2006/main">
            <a:off x="8686800" y="4754880"/>
            <a:ext cx="2743200" cy="1828800"/>
          </a:xfrm>
          <a:prstGeom xmlns:a="http://schemas.openxmlformats.org/drawingml/2006/main" prst="bentConnector3">
            <a:avLst/>
          </a:prstGeom>
          <a:ln xmlns:a="http://schemas.openxmlformats.org/drawingml/2006/main" w="76200">
            <a:solidFill>
              <a:srgbClr val="2A9D8F"/>
            </a:solidFill>
            <a:miter lim="800000"/>
          </a:ln>
        </p:spPr>
      </p:cxnSp>
      <p:sp>
        <p:nvSpPr>
          <p:cNvPr id="100052" name="TextBox 12"/>
          <p:cNvSpPr txBox="1"/>
          <p:nvPr/>
        </p:nvSpPr>
        <p:spPr>
          <a:xfrm xmlns:a="http://schemas.openxmlformats.org/drawingml/2006/main">
            <a:off x="8686800" y="6675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lineJoin="miter:800000"  (miter + 800% limit)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2026-06-04T10:43:33Z</dcterms:created>
  <cp:lastModifiedBy>OfficeCLI</cp:lastModifiedBy>
  <dcterms:modified xsi:type="dcterms:W3CDTF">2026-06-04T10:43:33Z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2026-06-04T10:43:42Z</vt:lpwstr>
  </op:property>
</op:Properties>
</file>